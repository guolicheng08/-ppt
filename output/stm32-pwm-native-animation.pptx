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83fe17915432c" /><Relationship Type="http://schemas.openxmlformats.org/officeDocument/2006/relationships/extended-properties" Target="/docProps/app.xml" Id="R8572df8ea86c4c98" /><Relationship Type="http://schemas.openxmlformats.org/officeDocument/2006/relationships/officeDocument" Target="/ppt/presentation.xml" Id="R1f9d7be0029347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05bea890a41f7"/>
  </p:sldMasterIdLst>
  <p:notesMasterIdLst>
    <p:notesMasterId xmlns:r="http://schemas.openxmlformats.org/officeDocument/2006/relationships" r:id="R69831fbf484c4a11"/>
  </p:notesMasterIdLst>
  <p:sldIdLst>
    <p:sldId xmlns:r="http://schemas.openxmlformats.org/officeDocument/2006/relationships" id="256" r:id="R6b15f78d66dd45ba"/>
    <p:sldId xmlns:r="http://schemas.openxmlformats.org/officeDocument/2006/relationships" id="257" r:id="R1af8ddb842f34ee1"/>
    <p:sldId xmlns:r="http://schemas.openxmlformats.org/officeDocument/2006/relationships" id="258" r:id="R1c2728dd39e74c30"/>
    <p:sldId xmlns:r="http://schemas.openxmlformats.org/officeDocument/2006/relationships" id="259" r:id="Rfe245d848da74349"/>
    <p:sldId xmlns:r="http://schemas.openxmlformats.org/officeDocument/2006/relationships" id="260" r:id="R3673a36285984fdd"/>
    <p:sldId xmlns:r="http://schemas.openxmlformats.org/officeDocument/2006/relationships" id="261" r:id="Rcbdd8b80c2274b44"/>
    <p:sldId xmlns:r="http://schemas.openxmlformats.org/officeDocument/2006/relationships" id="262" r:id="Ra8c504dbb9aa40af"/>
    <p:sldId xmlns:r="http://schemas.openxmlformats.org/officeDocument/2006/relationships" id="263" r:id="R86c2b72bc7834e1a"/>
    <p:sldId xmlns:r="http://schemas.openxmlformats.org/officeDocument/2006/relationships" id="264" r:id="Rb58fac6ec9f0498f"/>
    <p:sldId xmlns:r="http://schemas.openxmlformats.org/officeDocument/2006/relationships" id="265" r:id="Rd3ed174571dd4896"/>
    <p:sldId xmlns:r="http://schemas.openxmlformats.org/officeDocument/2006/relationships" id="266" r:id="Rb8140d4f98e049f2"/>
    <p:sldId xmlns:r="http://schemas.openxmlformats.org/officeDocument/2006/relationships" id="267" r:id="Rf14ecc5370e146df"/>
    <p:sldId xmlns:r="http://schemas.openxmlformats.org/officeDocument/2006/relationships" id="268" r:id="R5aa025494c094c01"/>
    <p:sldId xmlns:r="http://schemas.openxmlformats.org/officeDocument/2006/relationships" id="269" r:id="R75647c1ebe314283"/>
    <p:sldId xmlns:r="http://schemas.openxmlformats.org/officeDocument/2006/relationships" id="270" r:id="Re1901f5e77fc41b1"/>
    <p:sldId xmlns:r="http://schemas.openxmlformats.org/officeDocument/2006/relationships" id="271" r:id="Re3f5b6aa5a31451b"/>
    <p:sldId xmlns:r="http://schemas.openxmlformats.org/officeDocument/2006/relationships" id="272" r:id="R8cc847ff355c4515"/>
    <p:sldId xmlns:r="http://schemas.openxmlformats.org/officeDocument/2006/relationships" id="273" r:id="R4b3e5585319c400d"/>
    <p:sldId xmlns:r="http://schemas.openxmlformats.org/officeDocument/2006/relationships" id="274" r:id="R670dc3c1c38644e0"/>
    <p:sldId xmlns:r="http://schemas.openxmlformats.org/officeDocument/2006/relationships" id="275" r:id="R2a41cc46079549ff"/>
    <p:sldId xmlns:r="http://schemas.openxmlformats.org/officeDocument/2006/relationships" id="276" r:id="Re2182f9345e14aa2"/>
    <p:sldId xmlns:r="http://schemas.openxmlformats.org/officeDocument/2006/relationships" id="277" r:id="Raf69b78bb73d4fe5"/>
    <p:sldId xmlns:r="http://schemas.openxmlformats.org/officeDocument/2006/relationships" id="278" r:id="Ra364311812964b7c"/>
    <p:sldId xmlns:r="http://schemas.openxmlformats.org/officeDocument/2006/relationships" id="279" r:id="R69a32cc0927e40c8"/>
    <p:sldId xmlns:r="http://schemas.openxmlformats.org/officeDocument/2006/relationships" id="280" r:id="R2c45e44ea8194f43"/>
    <p:sldId xmlns:r="http://schemas.openxmlformats.org/officeDocument/2006/relationships" id="281" r:id="Raa30dc36c52c4fbc"/>
    <p:sldId xmlns:r="http://schemas.openxmlformats.org/officeDocument/2006/relationships" id="282" r:id="R6e32b8c4758344d4"/>
    <p:sldId xmlns:r="http://schemas.openxmlformats.org/officeDocument/2006/relationships" id="283" r:id="Rf4a5da16b9d84f74"/>
    <p:sldId xmlns:r="http://schemas.openxmlformats.org/officeDocument/2006/relationships" id="284" r:id="R5d88015bf95f48ed"/>
    <p:sldId xmlns:r="http://schemas.openxmlformats.org/officeDocument/2006/relationships" id="285" r:id="R2a4b0c08a4b04b0d"/>
    <p:sldId xmlns:r="http://schemas.openxmlformats.org/officeDocument/2006/relationships" id="286" r:id="Rf5d9a9f24768423e"/>
    <p:sldId xmlns:r="http://schemas.openxmlformats.org/officeDocument/2006/relationships" id="287" r:id="Rad655695b5754cb6"/>
    <p:sldId xmlns:r="http://schemas.openxmlformats.org/officeDocument/2006/relationships" id="288" r:id="Rf8ede8fa480c4451"/>
    <p:sldId xmlns:r="http://schemas.openxmlformats.org/officeDocument/2006/relationships" id="289" r:id="Rac33d1163bdc4e1a"/>
    <p:sldId xmlns:r="http://schemas.openxmlformats.org/officeDocument/2006/relationships" id="290" r:id="Rc0be3457c28a40fc"/>
    <p:sldId xmlns:r="http://schemas.openxmlformats.org/officeDocument/2006/relationships" id="291" r:id="R09b7b8b8ae854c32"/>
    <p:sldId xmlns:r="http://schemas.openxmlformats.org/officeDocument/2006/relationships" id="292" r:id="Rea837bd8704b4a9d"/>
    <p:sldId xmlns:r="http://schemas.openxmlformats.org/officeDocument/2006/relationships" id="293" r:id="R104d7e8fa82544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5bc125ca094848" /><Relationship Type="http://schemas.openxmlformats.org/officeDocument/2006/relationships/slideMaster" Target="/ppt/slideMasters/slideMaster1.xml" Id="Rc6f05bea890a41f7" /><Relationship Type="http://schemas.openxmlformats.org/officeDocument/2006/relationships/notesMaster" Target="/ppt/notesMasters/notesMaster1.xml" Id="R69831fbf484c4a11" /><Relationship Type="http://schemas.openxmlformats.org/officeDocument/2006/relationships/presProps" Target="/ppt/presProps.xml" Id="R28881452d28b43c5" /><Relationship Type="http://schemas.openxmlformats.org/officeDocument/2006/relationships/tableStyles" Target="/ppt/tableStyles.xml" Id="Rf7ed01e7a06f4d81" /><Relationship Type="http://schemas.openxmlformats.org/officeDocument/2006/relationships/slide" Target="/ppt/slides/slide1.xml" Id="R6b15f78d66dd45ba" /><Relationship Type="http://schemas.openxmlformats.org/officeDocument/2006/relationships/slide" Target="/ppt/slides/slide2.xml" Id="R1af8ddb842f34ee1" /><Relationship Type="http://schemas.openxmlformats.org/officeDocument/2006/relationships/slide" Target="/ppt/slides/slide3.xml" Id="R1c2728dd39e74c30" /><Relationship Type="http://schemas.openxmlformats.org/officeDocument/2006/relationships/slide" Target="/ppt/slides/slide4.xml" Id="Rfe245d848da74349" /><Relationship Type="http://schemas.openxmlformats.org/officeDocument/2006/relationships/slide" Target="/ppt/slides/slide5.xml" Id="R3673a36285984fdd" /><Relationship Type="http://schemas.openxmlformats.org/officeDocument/2006/relationships/slide" Target="/ppt/slides/slide6.xml" Id="Rcbdd8b80c2274b44" /><Relationship Type="http://schemas.openxmlformats.org/officeDocument/2006/relationships/slide" Target="/ppt/slides/slide7.xml" Id="Ra8c504dbb9aa40af" /><Relationship Type="http://schemas.openxmlformats.org/officeDocument/2006/relationships/slide" Target="/ppt/slides/slide8.xml" Id="R86c2b72bc7834e1a" /><Relationship Type="http://schemas.openxmlformats.org/officeDocument/2006/relationships/slide" Target="/ppt/slides/slide9.xml" Id="Rb58fac6ec9f0498f" /><Relationship Type="http://schemas.openxmlformats.org/officeDocument/2006/relationships/slide" Target="/ppt/slides/slide10.xml" Id="Rd3ed174571dd4896" /><Relationship Type="http://schemas.openxmlformats.org/officeDocument/2006/relationships/slide" Target="/ppt/slides/slide11.xml" Id="Rb8140d4f98e049f2" /><Relationship Type="http://schemas.openxmlformats.org/officeDocument/2006/relationships/slide" Target="/ppt/slides/slide12.xml" Id="Rf14ecc5370e146df" /><Relationship Type="http://schemas.openxmlformats.org/officeDocument/2006/relationships/slide" Target="/ppt/slides/slide13.xml" Id="R5aa025494c094c01" /><Relationship Type="http://schemas.openxmlformats.org/officeDocument/2006/relationships/slide" Target="/ppt/slides/slide14.xml" Id="R75647c1ebe314283" /><Relationship Type="http://schemas.openxmlformats.org/officeDocument/2006/relationships/slide" Target="/ppt/slides/slide15.xml" Id="Re1901f5e77fc41b1" /><Relationship Type="http://schemas.openxmlformats.org/officeDocument/2006/relationships/slide" Target="/ppt/slides/slide16.xml" Id="Re3f5b6aa5a31451b" /><Relationship Type="http://schemas.openxmlformats.org/officeDocument/2006/relationships/slide" Target="/ppt/slides/slide17.xml" Id="R8cc847ff355c4515" /><Relationship Type="http://schemas.openxmlformats.org/officeDocument/2006/relationships/slide" Target="/ppt/slides/slide18.xml" Id="R4b3e5585319c400d" /><Relationship Type="http://schemas.openxmlformats.org/officeDocument/2006/relationships/slide" Target="/ppt/slides/slide19.xml" Id="R670dc3c1c38644e0" /><Relationship Type="http://schemas.openxmlformats.org/officeDocument/2006/relationships/slide" Target="/ppt/slides/slide20.xml" Id="R2a41cc46079549ff" /><Relationship Type="http://schemas.openxmlformats.org/officeDocument/2006/relationships/slide" Target="/ppt/slides/slide21.xml" Id="Re2182f9345e14aa2" /><Relationship Type="http://schemas.openxmlformats.org/officeDocument/2006/relationships/slide" Target="/ppt/slides/slide22.xml" Id="Raf69b78bb73d4fe5" /><Relationship Type="http://schemas.openxmlformats.org/officeDocument/2006/relationships/slide" Target="/ppt/slides/slide23.xml" Id="Ra364311812964b7c" /><Relationship Type="http://schemas.openxmlformats.org/officeDocument/2006/relationships/slide" Target="/ppt/slides/slide24.xml" Id="R69a32cc0927e40c8" /><Relationship Type="http://schemas.openxmlformats.org/officeDocument/2006/relationships/slide" Target="/ppt/slides/slide25.xml" Id="R2c45e44ea8194f43" /><Relationship Type="http://schemas.openxmlformats.org/officeDocument/2006/relationships/slide" Target="/ppt/slides/slide26.xml" Id="Raa30dc36c52c4fbc" /><Relationship Type="http://schemas.openxmlformats.org/officeDocument/2006/relationships/slide" Target="/ppt/slides/slide27.xml" Id="R6e32b8c4758344d4" /><Relationship Type="http://schemas.openxmlformats.org/officeDocument/2006/relationships/slide" Target="/ppt/slides/slide28.xml" Id="Rf4a5da16b9d84f74" /><Relationship Type="http://schemas.openxmlformats.org/officeDocument/2006/relationships/slide" Target="/ppt/slides/slide29.xml" Id="R5d88015bf95f48ed" /><Relationship Type="http://schemas.openxmlformats.org/officeDocument/2006/relationships/slide" Target="/ppt/slides/slide30.xml" Id="R2a4b0c08a4b04b0d" /><Relationship Type="http://schemas.openxmlformats.org/officeDocument/2006/relationships/slide" Target="/ppt/slides/slide31.xml" Id="Rf5d9a9f24768423e" /><Relationship Type="http://schemas.openxmlformats.org/officeDocument/2006/relationships/slide" Target="/ppt/slides/slide32.xml" Id="Rad655695b5754cb6" /><Relationship Type="http://schemas.openxmlformats.org/officeDocument/2006/relationships/slide" Target="/ppt/slides/slide33.xml" Id="Rf8ede8fa480c4451" /><Relationship Type="http://schemas.openxmlformats.org/officeDocument/2006/relationships/slide" Target="/ppt/slides/slide34.xml" Id="Rac33d1163bdc4e1a" /><Relationship Type="http://schemas.openxmlformats.org/officeDocument/2006/relationships/slide" Target="/ppt/slides/slide35.xml" Id="Rc0be3457c28a40fc" /><Relationship Type="http://schemas.openxmlformats.org/officeDocument/2006/relationships/slide" Target="/ppt/slides/slide36.xml" Id="R09b7b8b8ae854c32" /><Relationship Type="http://schemas.openxmlformats.org/officeDocument/2006/relationships/slide" Target="/ppt/slides/slide37.xml" Id="Rea837bd8704b4a9d" /><Relationship Type="http://schemas.openxmlformats.org/officeDocument/2006/relationships/slide" Target="/ppt/slides/slide38.xml" Id="R104d7e8fa82544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fbd0e95594c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1db2be8c81404e" /><Relationship Type="http://schemas.openxmlformats.org/officeDocument/2006/relationships/notesMaster" Target="/ppt/notesMasters/notesMaster1.xml" Id="R9607c61edad64d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9863682e724dec" /><Relationship Type="http://schemas.openxmlformats.org/officeDocument/2006/relationships/notesMaster" Target="/ppt/notesMasters/notesMaster1.xml" Id="R750a1dec4e264f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4ae1516f79406b" /><Relationship Type="http://schemas.openxmlformats.org/officeDocument/2006/relationships/notesMaster" Target="/ppt/notesMasters/notesMaster1.xml" Id="R73df4a20b66749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aa294faa3f483b" /><Relationship Type="http://schemas.openxmlformats.org/officeDocument/2006/relationships/notesMaster" Target="/ppt/notesMasters/notesMaster1.xml" Id="Ra585cbcd9ff149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f5179e2cd646b7" /><Relationship Type="http://schemas.openxmlformats.org/officeDocument/2006/relationships/notesMaster" Target="/ppt/notesMasters/notesMaster1.xml" Id="R402ae449a3674f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b5cc3799b3498c" /><Relationship Type="http://schemas.openxmlformats.org/officeDocument/2006/relationships/notesMaster" Target="/ppt/notesMasters/notesMaster1.xml" Id="Raf0e2e60109145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679d85db9745d1" /><Relationship Type="http://schemas.openxmlformats.org/officeDocument/2006/relationships/notesMaster" Target="/ppt/notesMasters/notesMaster1.xml" Id="R3573e733d4d34b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e6fc4f0c0f4bb7" /><Relationship Type="http://schemas.openxmlformats.org/officeDocument/2006/relationships/notesMaster" Target="/ppt/notesMasters/notesMaster1.xml" Id="Rdbd062748f1446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25bdc7929a437c" /><Relationship Type="http://schemas.openxmlformats.org/officeDocument/2006/relationships/notesMaster" Target="/ppt/notesMasters/notesMaster1.xml" Id="Ra9de1e7a3ec644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6c381ff5fd4673" /><Relationship Type="http://schemas.openxmlformats.org/officeDocument/2006/relationships/notesMaster" Target="/ppt/notesMasters/notesMaster1.xml" Id="R14ab88224e364f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aa20c8ce5b45d2" /><Relationship Type="http://schemas.openxmlformats.org/officeDocument/2006/relationships/notesMaster" Target="/ppt/notesMasters/notesMaster1.xml" Id="R223dcc1e798444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e1f96d71b2477e" /><Relationship Type="http://schemas.openxmlformats.org/officeDocument/2006/relationships/notesMaster" Target="/ppt/notesMasters/notesMaster1.xml" Id="R55a3e54a176b4c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d81fa8abf54b18" /><Relationship Type="http://schemas.openxmlformats.org/officeDocument/2006/relationships/notesMaster" Target="/ppt/notesMasters/notesMaster1.xml" Id="R5b62e7bf02df4e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187f736b8e4196" /><Relationship Type="http://schemas.openxmlformats.org/officeDocument/2006/relationships/notesMaster" Target="/ppt/notesMasters/notesMaster1.xml" Id="Rf5f5735e580f48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6517e76b324dd5" /><Relationship Type="http://schemas.openxmlformats.org/officeDocument/2006/relationships/notesMaster" Target="/ppt/notesMasters/notesMaster1.xml" Id="R60bf42fd12e44a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79914ca51d4e04" /><Relationship Type="http://schemas.openxmlformats.org/officeDocument/2006/relationships/notesMaster" Target="/ppt/notesMasters/notesMaster1.xml" Id="Rfc538309589c40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f019c8256340ee" /><Relationship Type="http://schemas.openxmlformats.org/officeDocument/2006/relationships/notesMaster" Target="/ppt/notesMasters/notesMaster1.xml" Id="Rdda97f85955e4d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751b08518a4417" /><Relationship Type="http://schemas.openxmlformats.org/officeDocument/2006/relationships/notesMaster" Target="/ppt/notesMasters/notesMaster1.xml" Id="R9364396f26c243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2af6940b4344dc" /><Relationship Type="http://schemas.openxmlformats.org/officeDocument/2006/relationships/notesMaster" Target="/ppt/notesMasters/notesMaster1.xml" Id="R68f3fcd8a7e148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fd13556162456a" /><Relationship Type="http://schemas.openxmlformats.org/officeDocument/2006/relationships/notesMaster" Target="/ppt/notesMasters/notesMaster1.xml" Id="R20b6b23f5a6c4a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a5f4fbbaa24215" /><Relationship Type="http://schemas.openxmlformats.org/officeDocument/2006/relationships/notesMaster" Target="/ppt/notesMasters/notesMaster1.xml" Id="R5aaa38867f8d4f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32a1485d9b4a42" /><Relationship Type="http://schemas.openxmlformats.org/officeDocument/2006/relationships/notesMaster" Target="/ppt/notesMasters/notesMaster1.xml" Id="R0db686b4de834d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39a39f596cc4726" /><Relationship Type="http://schemas.openxmlformats.org/officeDocument/2006/relationships/notesMaster" Target="/ppt/notesMasters/notesMaster1.xml" Id="R480c498df90645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7ea3f8a74246e9" /><Relationship Type="http://schemas.openxmlformats.org/officeDocument/2006/relationships/notesMaster" Target="/ppt/notesMasters/notesMaster1.xml" Id="Rb674beb5ee2f4ef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da9a5a185dd44b7" /><Relationship Type="http://schemas.openxmlformats.org/officeDocument/2006/relationships/notesMaster" Target="/ppt/notesMasters/notesMaster1.xml" Id="Ra9283418c03646a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e7047b2fe634669" /><Relationship Type="http://schemas.openxmlformats.org/officeDocument/2006/relationships/notesMaster" Target="/ppt/notesMasters/notesMaster1.xml" Id="Red1d280d38074b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352cf7376314cd4" /><Relationship Type="http://schemas.openxmlformats.org/officeDocument/2006/relationships/notesMaster" Target="/ppt/notesMasters/notesMaster1.xml" Id="R938f807d866a4f0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7795622bd1b44ad" /><Relationship Type="http://schemas.openxmlformats.org/officeDocument/2006/relationships/notesMaster" Target="/ppt/notesMasters/notesMaster1.xml" Id="R38c2b9770a0b4ac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9f0585870d8443c" /><Relationship Type="http://schemas.openxmlformats.org/officeDocument/2006/relationships/notesMaster" Target="/ppt/notesMasters/notesMaster1.xml" Id="R427e1b7e45a34a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2cc7752ffe94eb3" /><Relationship Type="http://schemas.openxmlformats.org/officeDocument/2006/relationships/notesMaster" Target="/ppt/notesMasters/notesMaster1.xml" Id="R6844fccea87546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91f79c80c0f4cde" /><Relationship Type="http://schemas.openxmlformats.org/officeDocument/2006/relationships/notesMaster" Target="/ppt/notesMasters/notesMaster1.xml" Id="Ra2fb7210fe9243e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344d82cb7d547d1" /><Relationship Type="http://schemas.openxmlformats.org/officeDocument/2006/relationships/notesMaster" Target="/ppt/notesMasters/notesMaster1.xml" Id="R578627f71431449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f1493f1add84faf" /><Relationship Type="http://schemas.openxmlformats.org/officeDocument/2006/relationships/notesMaster" Target="/ppt/notesMasters/notesMaster1.xml" Id="R20addfbee49e462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be17a359e514e30" /><Relationship Type="http://schemas.openxmlformats.org/officeDocument/2006/relationships/notesMaster" Target="/ppt/notesMasters/notesMaster1.xml" Id="R40d799b009dc4fa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643ca156c784d82" /><Relationship Type="http://schemas.openxmlformats.org/officeDocument/2006/relationships/notesMaster" Target="/ppt/notesMasters/notesMaster1.xml" Id="R4b22c3577b78403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a3fe154b2794784" /><Relationship Type="http://schemas.openxmlformats.org/officeDocument/2006/relationships/notesMaster" Target="/ppt/notesMasters/notesMaster1.xml" Id="R539993ea192f456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48f2dd75c604791" /><Relationship Type="http://schemas.openxmlformats.org/officeDocument/2006/relationships/notesMaster" Target="/ppt/notesMasters/notesMaster1.xml" Id="Rebc7c1c3591e4d0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20204d309e94d45" /><Relationship Type="http://schemas.openxmlformats.org/officeDocument/2006/relationships/notesMaster" Target="/ppt/notesMasters/notesMaster1.xml" Id="R6eea7c24c7dc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案例依据：STMicroelectronics, “How Ruiyan Intelligent Control enables dexterous humanoid robotic hands”, https://www.st.com/content/st_com/en/about/customer-success-stories/how-ruiyan-intelligent-control-enables-dexterous-humanoid-robotic-hands.html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案例依据：STMicroelectronics, “How SpaceX brought internet access to remote areas”, https://www.st.com/content/st_com/en/about/customer-success-stories/how-spacex-brought-internet-access-to-remote-areas.html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a847a08d041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41a422eb7141e2" /><Relationship Type="http://schemas.openxmlformats.org/officeDocument/2006/relationships/slideLayout" Target="/ppt/slideLayouts/slideLayout1.xml" Id="R481d3443578140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1d3443578140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c05641c7c4e29" /><Relationship Type="http://schemas.openxmlformats.org/officeDocument/2006/relationships/notesSlide" Target="/ppt/notesSlides/notesSlide1.xml" Id="Rba60af41f2504a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98be144c642a8" /><Relationship Type="http://schemas.openxmlformats.org/officeDocument/2006/relationships/notesSlide" Target="/ppt/notesSlides/notesSlide2.xml" Id="R0507832348a845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b8b25f3fb4bc7" /><Relationship Type="http://schemas.openxmlformats.org/officeDocument/2006/relationships/notesSlide" Target="/ppt/notesSlides/notesSlide3.xml" Id="R15e4ef6e342a42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c3f6c38074f6d" /><Relationship Type="http://schemas.openxmlformats.org/officeDocument/2006/relationships/notesSlide" Target="/ppt/notesSlides/notesSlide4.xml" Id="Re87df96adc8741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a5baccc9c4c87" /><Relationship Type="http://schemas.openxmlformats.org/officeDocument/2006/relationships/notesSlide" Target="/ppt/notesSlides/notesSlide5.xml" Id="R46e2ab7295ea4c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6881109e3489e" /><Relationship Type="http://schemas.openxmlformats.org/officeDocument/2006/relationships/notesSlide" Target="/ppt/notesSlides/notesSlide6.xml" Id="R4298a91b91cb41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68b1c74e24624" /><Relationship Type="http://schemas.openxmlformats.org/officeDocument/2006/relationships/notesSlide" Target="/ppt/notesSlides/notesSlide7.xml" Id="R698556ec77e245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8d81abbd945d5" /><Relationship Type="http://schemas.openxmlformats.org/officeDocument/2006/relationships/notesSlide" Target="/ppt/notesSlides/notesSlide8.xml" Id="Rae5ad8ba9bf244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a9e4f32f94d37" /><Relationship Type="http://schemas.openxmlformats.org/officeDocument/2006/relationships/notesSlide" Target="/ppt/notesSlides/notesSlide9.xml" Id="R1fdf07a83af142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5b5570dbc43cd" /><Relationship Type="http://schemas.openxmlformats.org/officeDocument/2006/relationships/notesSlide" Target="/ppt/notesSlides/notesSlide10.xml" Id="R337219ca8272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78b6ff85d41dd" /><Relationship Type="http://schemas.openxmlformats.org/officeDocument/2006/relationships/notesSlide" Target="/ppt/notesSlides/notesSlide11.xml" Id="Ra9b23d26517546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266519d6b4963" /><Relationship Type="http://schemas.openxmlformats.org/officeDocument/2006/relationships/notesSlide" Target="/ppt/notesSlides/notesSlide12.xml" Id="Rb3cd8a92de7048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5904fd56d4fa6" /><Relationship Type="http://schemas.openxmlformats.org/officeDocument/2006/relationships/notesSlide" Target="/ppt/notesSlides/notesSlide13.xml" Id="R6e007693353b49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d4ffd81d54c30" /><Relationship Type="http://schemas.openxmlformats.org/officeDocument/2006/relationships/notesSlide" Target="/ppt/notesSlides/notesSlide14.xml" Id="Rb76b9c60e50247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0acc8897149b1" /><Relationship Type="http://schemas.openxmlformats.org/officeDocument/2006/relationships/notesSlide" Target="/ppt/notesSlides/notesSlide15.xml" Id="R532061c84d2140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60b25051d4ec5" /><Relationship Type="http://schemas.openxmlformats.org/officeDocument/2006/relationships/notesSlide" Target="/ppt/notesSlides/notesSlide16.xml" Id="R17b1c53bc07049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232dc17d3485f" /><Relationship Type="http://schemas.openxmlformats.org/officeDocument/2006/relationships/notesSlide" Target="/ppt/notesSlides/notesSlide17.xml" Id="R716d5f2deb834a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fb14e8b234527" /><Relationship Type="http://schemas.openxmlformats.org/officeDocument/2006/relationships/notesSlide" Target="/ppt/notesSlides/notesSlide18.xml" Id="Ra186904a255c43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22a7b28d641b8" /><Relationship Type="http://schemas.openxmlformats.org/officeDocument/2006/relationships/notesSlide" Target="/ppt/notesSlides/notesSlide19.xml" Id="R78beb3308d4c46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c1969b8f34177" /><Relationship Type="http://schemas.openxmlformats.org/officeDocument/2006/relationships/notesSlide" Target="/ppt/notesSlides/notesSlide20.xml" Id="R7be3f941283f45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e205bdc634ada" /><Relationship Type="http://schemas.openxmlformats.org/officeDocument/2006/relationships/notesSlide" Target="/ppt/notesSlides/notesSlide21.xml" Id="R213448fce2d7454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9376758d34e29" /><Relationship Type="http://schemas.openxmlformats.org/officeDocument/2006/relationships/notesSlide" Target="/ppt/notesSlides/notesSlide22.xml" Id="Re7139556a4b7426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4bb7fdc9a456b" /><Relationship Type="http://schemas.openxmlformats.org/officeDocument/2006/relationships/notesSlide" Target="/ppt/notesSlides/notesSlide23.xml" Id="Rca41a275852740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6c3cee97b498a" /><Relationship Type="http://schemas.openxmlformats.org/officeDocument/2006/relationships/notesSlide" Target="/ppt/notesSlides/notesSlide24.xml" Id="Rcc332881c63946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a49f44d2449f7" /><Relationship Type="http://schemas.openxmlformats.org/officeDocument/2006/relationships/notesSlide" Target="/ppt/notesSlides/notesSlide25.xml" Id="R304b553d6e6941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c9582a6f544d1" /><Relationship Type="http://schemas.openxmlformats.org/officeDocument/2006/relationships/notesSlide" Target="/ppt/notesSlides/notesSlide26.xml" Id="R668686bba707458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946d330ea43a5" /><Relationship Type="http://schemas.openxmlformats.org/officeDocument/2006/relationships/notesSlide" Target="/ppt/notesSlides/notesSlide27.xml" Id="Rff889ba27fd141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9d8d2d94f46d3" /><Relationship Type="http://schemas.openxmlformats.org/officeDocument/2006/relationships/notesSlide" Target="/ppt/notesSlides/notesSlide28.xml" Id="R205789ce62a64bc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af0391fb242dc" /><Relationship Type="http://schemas.openxmlformats.org/officeDocument/2006/relationships/notesSlide" Target="/ppt/notesSlides/notesSlide29.xml" Id="Rd4956e56a1d843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2351cc7684fdd" /><Relationship Type="http://schemas.openxmlformats.org/officeDocument/2006/relationships/notesSlide" Target="/ppt/notesSlides/notesSlide30.xml" Id="R698dad263c624bb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2552918a54922" /><Relationship Type="http://schemas.openxmlformats.org/officeDocument/2006/relationships/notesSlide" Target="/ppt/notesSlides/notesSlide31.xml" Id="Rb73d1f65d93d4a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50629aff4c89" /><Relationship Type="http://schemas.openxmlformats.org/officeDocument/2006/relationships/notesSlide" Target="/ppt/notesSlides/notesSlide32.xml" Id="Rb6228b5a529647b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83fefbf594a33" /><Relationship Type="http://schemas.openxmlformats.org/officeDocument/2006/relationships/notesSlide" Target="/ppt/notesSlides/notesSlide33.xml" Id="Rbe80676747e140d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ee29641f4862" /><Relationship Type="http://schemas.openxmlformats.org/officeDocument/2006/relationships/notesSlide" Target="/ppt/notesSlides/notesSlide34.xml" Id="R39705cfc557d490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8c54d80f842fd" /><Relationship Type="http://schemas.openxmlformats.org/officeDocument/2006/relationships/notesSlide" Target="/ppt/notesSlides/notesSlide35.xml" Id="R0d1ee09b799e4a6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b100ba80a4866" /><Relationship Type="http://schemas.openxmlformats.org/officeDocument/2006/relationships/notesSlide" Target="/ppt/notesSlides/notesSlide36.xml" Id="Rf24d0ba8cc974d1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0784cf40149f4" /><Relationship Type="http://schemas.openxmlformats.org/officeDocument/2006/relationships/notesSlide" Target="/ppt/notesSlides/notesSlide37.xml" Id="R3f3e0e1f4276441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59861192c471d" /><Relationship Type="http://schemas.openxmlformats.org/officeDocument/2006/relationships/notesSlide" Target="/ppt/notesSlides/notesSlide38.xml" Id="R73bd7c3d11424a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8EB69-5092-4E45-94B9-A52800A9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935E6-BC3B-4F9C-AB55-FFE4E571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620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 常见外设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与嵌入式系统开发流程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55A5C-B6F2-4A91-B4AE-ABCBE5C5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综合设计实例（2学时）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7BD96-A071-4F67-B4C3-B28CFBEB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从“芯片里有什么”到“系统如何工作”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BA375-2642-4A71-9152-841693D6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542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9399F-06F2-400A-B03B-2EBA6A26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概念复习 · 典型应用 · 开发流程 · 基础调试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5C004-B1C0-4295-BAFD-405A2AF3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5C8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5C8D9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2579D-0CFC-4545-859A-4CF69291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0782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D8923-CC1C-42A7-993D-DBE916C7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本节课要解决的问题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5EFA2-E8EC-48E5-82ED-C2AEACCA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围绕 STM32，建立从概念到应用的整体认识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E16B0-5A5C-401F-9831-697AE3CF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EA45D-4B18-4181-BD12-39CC32C9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A9451-47B0-4206-B71C-2B7CA19A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2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STM32 是什么？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E02A4-C6B4-44D6-8EB1-8B601AE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A0C22-CFBD-400D-8F48-D3E13B13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外设是什么？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CAF4E-123C-4715-94C5-3131A069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50486-FAEC-4444-BD8A-08F04348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PWM、ADC、UART、SPI、I²C、CAN分别做什么？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3BF5A-8E92-40E7-816F-58EC0026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299E1-8518-42C4-91D7-156569EB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一个嵌入式系统如何从设计走到调试？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B7BDB-C1D9-4A4E-B349-3139A358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CDD63-F51A-4B47-A73A-660EDA45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5769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50C06-ADCD-4AAD-81EE-A01B222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STM32 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8E2ED-B954-46FD-8ABF-609DB933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是一类基于 Arm Cortex-M 内核的 32 位微控制器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E4801-5C84-4896-874C-F7FAA96D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8D71F-4064-47FA-8578-19A262FD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ED60F-F888-4339-B543-D6608881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5F9F5-F51E-4ADE-81CD-BF325A58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控制核心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352F9-AE70-4DB7-A53B-973956D9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把程序、数据和各种功能模块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集成在一块芯片中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6F8D8-1561-49F8-A1C2-4AB59CDB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1870C-6A12-4BDB-827F-8F75BDE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573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执行程序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C36D1-DF58-4B4A-9ABD-4431731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41647-BDA8-445C-A8B3-B4BB87FC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479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读取输入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3C066-0C91-42A6-9BD5-477825B1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3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4DB52-E777-42F1-962F-FF2EED2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384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控制输出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8AC72-B56E-401F-AF62-84AF82A9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96B9D-F594-45FD-BB83-9FF6F5C1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290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与其他设备通信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4C0EB-EF6C-4757-89CC-F65CA285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8C1A2-B168-460E-B997-57AB833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174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C9A15E-A0A0-4B71-B02D-9B0C95A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STM32 的基本组成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BD721-F8AD-45B3-BB28-EC1F338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理解“内核 + 存储器 + 外设”的关系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283D4-C90E-475B-B036-EAFAA56D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11340-49A0-48CA-8294-7C1BA54A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2350F-3C45-48B0-92F9-64B939C7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CPU内核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7DEC9-14DF-430B-9165-48C5815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执行指令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进行运算和控制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6F8D7-B822-4EDE-95D1-17DE0A7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45F65-C3DC-47C2-B05D-86BAB28A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61053-EBA6-41A8-8994-321685F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保存程序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掉电不丢失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A44B5-391A-4415-91DB-20E4ADA9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F6100-5D6B-4F06-AC0E-FDE56E7A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45BA6-A50F-477F-8FFA-95BEDC4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保存运行中的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临时数据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DF3E4-CF5D-4DC5-ABAB-CCCDCA17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0478E-8DC0-4DDD-9883-5D71D38C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时钟/复位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DD516-41FB-4AE4-AA2B-2BFFD88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决定各模块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何时工作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F8F3A-3545-4507-AEFD-1E2424C5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0887C-A335-4EA5-840D-3A73A2B7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GPIO  ·  定时器  ·  ADC  ·  UART  ·  SPI  ·  I²C  ·  CAN  ·  DMA  ·  RTC  ·  看门狗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04D07-EF0F-4827-B04C-964CBBE7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57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这些功能模块就是常说的“片上外设”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6370B-296C-4A95-9D06-168DC019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E45AE-40B4-4028-9422-D6E96F51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7123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C904A-13E3-4B3B-8DA7-50A3F935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什么是外设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7029A-6A25-4EC6-A156-1F4224D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外设是芯片内部用于输入、输出、计时、转换和通信的功能模块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4DAC7-837F-4DDA-B0D5-4B7D39F5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C7735-2F32-4F22-AFB8-1B3573CF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57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87BF9-35B5-4899-BB7F-9AB9BFF6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外设 ≠ 外部设备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71885-DC6B-4809-946E-392D3AB4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外设通常已经集成在 STM32 芯片内部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61080-577F-4C3B-ADF8-20F98565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4AE21-52C2-46F9-99C7-A05501F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C87BB-6D97-4E2F-BE8F-80CFC402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按键 / 传感器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38DE5-84EB-45A4-81D5-AFAAA515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FD21F-3D1D-4444-97C5-06B3152C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17EB0-35ED-4932-9445-0BB81BD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 / 计算 / 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B362A-6EB7-43A2-B1D2-4F01B67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D6B6D-38FE-488B-B27B-29972B7E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D69E7-4364-43A4-A6E3-1AD1BEB6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LED / 电机 / 蜂鸣器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763F1-022D-47AE-8CA5-A95C0D12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111E0-D5D6-4F4E-A551-775472EC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通信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9376B-E975-459D-989E-833DD501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电脑 / 其他控制器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D8B46-7914-4359-A494-FB6D5C7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C11B9-F544-4B5D-9F88-7EC730A1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5968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99BF3-3E2D-40AC-A7B4-C171343D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STM32 外设如何协同工作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6E264-9097-4585-95EC-BF1511B7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一个产品通常不是只使用一个外设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18450-70FE-4FA7-9CFE-394F2DC9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77DB7-5E64-4AB4-9F67-193246E8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286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3451D-9A28-4156-9FC8-DF2F05ED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传感器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1AED8-6F25-4EB7-B864-654E5C73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94306-2B1A-4367-80D6-991F771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81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BF0A1-3BDE-4FFD-9466-26219513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71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9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F2FF"/>
                </a:solidFill>
                <a:latin typeface="Aptos"/>
                <a:ea typeface="Aptos"/>
                <a:cs typeface="Aptos"/>
              </a:rPr>
              <a:t>ADC / 定时器 / PWM / 通信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9588F-78C5-4750-9F24-A60EE184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9DBA2-4020-431B-B841-E9F25B72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执行器或上位机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1C78D-DAA1-458E-8CB7-080A37A0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采集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DAD27-8E15-430C-BC21-0721B1A1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控制 / 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D55F7-957C-42DE-AAB8-F2C52F0F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例：温度传感器 → ADC → 程序判断 → PWM 控制风扇 → UART 输出状态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3C7B6-EAF6-4386-B483-40D13C18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C4826-C578-49DD-BC76-696A4368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0513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4DB5B8-B724-4071-A82F-444035A9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典型应用一：机器人关节控制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ADAE6-B2CF-4942-910E-2C1288F0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负责实时采集、计算与执行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CB7ED-20F2-42CA-A18D-9382EF68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5884E-E571-48C0-A4EE-9570FBA7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51411-7B52-4810-83E6-725B3B1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传感器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CE947-E666-4CE3-B08F-2DA4C893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BBED0-8F53-4717-B37F-11AF721D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860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位置反馈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B2EB4-0C19-4737-8CE1-D543E28E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0D18D-4E7C-4BCA-85EB-73EB7D2D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电流 / 力反馈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F1955-7BE2-4D18-AD57-555534CA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06F87-2F2B-443D-A526-A0325C59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766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温度监测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048A5-6C55-495B-BD19-4A1443EA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1B725-8210-4F48-8C06-CB75FB9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D76AA-1D6B-4B73-9AA7-C52D961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7C7DA-428A-4AF0-89F9-52237E60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ADC 读取反馈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7415-1A16-446E-95DB-8C1AC2A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FD35D-F612-46EA-8352-4A3734D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定时器产生 PWM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15833-8218-45C0-A094-808AB344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202BA-1B9B-4C9B-B3CB-8A7CA9C8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程序执行控制算法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621F3-B611-4B71-B005-3E58191D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730B1-6066-4373-B03A-35B395B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电机与机械结构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FB50D-02E3-48B2-85CC-77CFCB36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F4000-9A58-4E2A-9E84-F717BAA4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860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改变转速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73F56-9346-458B-BA5B-C3131B46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847E3-2330-4504-ABEF-2A00C9BE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81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25B57D-3A26-4C53-9D97-E7FD1371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12BB3B-A0DF-4E9D-B7E6-92A43B23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6766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完成动作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E44FD-862F-455A-91E9-6655CC3D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核心认识：STM32 往往负责局部实时控制，并不等于整个机器人系统。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F6976-DAF5-4E48-83ED-16FA7A09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E9C146-AD52-4291-80D4-1B270AAA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4269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20917-AEA6-48CD-A898-6D5C589B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典型应用二：SpaceX / Starlink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4B328-61F2-4151-8BB6-0F940F8B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也可以进入高可靠通信系统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339D1-F15D-4DF3-A98B-64E8765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7DB93-0159-49D2-A4E3-91E38B63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1C98B-D574-43F6-B65B-FED932BA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Starlink 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93A02-E65A-441C-A7A0-A6035A2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低轨卫星 + 用户终端 + 高速通信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6018E-E4C4-4DFD-BA9A-E5D6B749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公开案例中，ST 提到 STM32V8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用于卫星间激光通信系统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C5462-5DE0-45D5-BEA6-81F4D4D5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CEB99-BF50-4240-8F03-DB71594D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从案例看工程约束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ABBFB-92DB-406A-8D6C-1F4C194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1C564-BDC0-4491-95DE-6D31895B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通信可靠性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4F9AA-B07C-485D-8742-B8A5DCCA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EFBE6-1B7F-4E7C-89F4-A199331D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813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功耗与体积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EE5B9-C7FC-465E-9583-1E8E662C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1251C-485C-47D0-899B-52996AE4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大规模制造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AA8A1-204F-4A19-ACBA-EAA8D9E3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0F011-D7C7-41F5-B96B-D6E4430B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复杂环境下稳定运行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CD2DA-05EF-44F5-9634-B8F79F9C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案例启示：外设和接口的选择，最终要服从系统需求。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45624-2662-4AC6-9099-B1D4F6F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39BE9-1C05-4B64-81F5-6B227749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4292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BADFE-96BD-46B1-99D4-B3A79AC9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典型应用三：智能设备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52D51-7176-4C5E-BB83-A8B92F5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从一个简单产品看外设组合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BA143-F231-4D9B-9F3C-8406689C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61461-F598-4277-9491-38008B7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3D9D8-CDDD-42F9-BCD8-3AA0A71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智能台灯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B5159-5AF4-4027-8F05-F7D774B0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0B6CD-D898-407F-9E8A-B2F53821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621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GPIO：按键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ADC：光照检测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PWM：亮度调节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224C7-1142-452A-A869-AB043EBF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8A3A0-6AC1-48E5-BF14-B2FCAEB7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电机调速器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D9E93-9DDA-4CF9-AA23-8676936C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97D9F-0AEA-400C-BF75-6F335E0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4802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PWM：驱动控制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定时器：转速测量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UART：参数设置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44BC3-1065-4190-A45E-CAFDA67F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189F-7840-4887-9D33-F73B20E5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温度监测器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5DA20-3439-416A-89BC-6CE45B9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5057E-FBB4-4BAE-8D16-FFDCC342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339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ADC / I²C：采集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定时器：周期采样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UART：数据显示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3A302-85B8-451D-9FB3-671C57DF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EC21B-B4D0-4FCF-A62D-2372FF79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26000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EB9BE-B4D2-4154-89CB-C8101613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GPIO：最基础的输入与输出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2548-8EC5-4467-A08D-731E93CA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把外部世界转换成 0 和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E1716-6410-4E3F-9E96-24C10F22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9A8CB-FD0F-4F0C-9127-22C9A3E4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286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68720-7982-405E-BD4E-2F9020CB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 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E4595-6F0E-4715-8665-2E3F87AE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2B65D-1684-4378-9ABC-F490C5C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622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按键是否按下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2218B-E084-4471-A84A-CE993E67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F2566-86B5-4A86-A87D-395CEE4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2575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开关是否闭合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9CB57-662C-4D57-AC53-CFEBF1F9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757E9-DC34-4AB6-9DA1-58E03AFA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52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报警信号是否到来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962C2-2D21-4A09-A51F-681252B8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286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FCD59-2BCE-4BA4-9D42-CA543360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 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726FA-2F47-499B-8270-A765777A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E9520-5AF7-4526-AE45-3E66559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622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点亮或熄灭 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DAAFA-9A2B-4A68-AFCB-F5F8309E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75B99-D318-4AE8-966B-564FA963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575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控制继电器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F8D05-1423-463C-9A91-383F17A6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89117-91D0-4E38-BC0E-3FF4588F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752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驱动蜂鸣器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FBEA0-DA83-4C12-BB70-BD9985E5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958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典型特点：简单、直接、适合数字量控制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D6AD8-5AFC-4900-8BC6-9CAEC862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F68A9-D872-4655-BD42-4DE3DDC5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69583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29131-BFBA-4CE4-8346-7752F2C1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中断：让系统及时响应事件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D7116-749E-4003-B9E8-DCCD4F2F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当重要事件发生时，暂时打断当前任务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1015B-0FEC-41B6-977B-8D56994E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7372D-7A4D-4277-A3B9-8B4EF1B4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3659E-BF87-4DF7-ABB1-A33587FB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普通查询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E534D-9579-4170-B6EA-4ABA04C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CPU不断询问：</a:t>
            </a:r>
          </a:p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“按键按了吗？”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BA2E7-713F-474E-B2EB-604F3A03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32932-860F-4726-9ACF-4D478DEB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中断响应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F289F-3D77-4D39-A579-73CE0575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事件发生 →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执行中断服务程序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DF43A-661B-441D-A191-988122A2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6A428-92FA-4EB1-9A4F-AF95A41E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FFBD1-1598-4EFB-953E-AB3FEE6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按键、报警、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通信接收、定时事件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69D6C-3F37-4D31-9576-6F04721E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1E953-DA62-4D1E-8B8E-5017FC31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45199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C9166-FD7F-47FA-8006-E43470B4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定时器：让系统按时间工作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9E144-2786-482E-8DD6-E5B27206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定时、计数、测量和产生波形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CA062-7EDB-4262-88D4-1CBCD784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9E822-5C84-4960-B8B6-2BC93D87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36C6D-99AD-40FD-9261-6F2E2FEB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36E3A-75C4-4C77-AA43-B6156493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81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每隔 10 ms 执行一次采样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CB4DF-87C3-44C2-9D2E-9ED300ED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56165-7562-4810-A4ED-69263C50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计数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C72AC-FB36-4F1B-A47D-AFE7305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统计编码器脉冲数量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D635B-33B8-4530-9BFE-CE91F601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D6E29-FF63-4D7C-A293-BC47BE3F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输入捕获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1B5D9-0332-428A-9699-6EFB9FF4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575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测量脉冲周期或频率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1ED5F-0053-4A88-AE81-36F762D3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BA9F7-9073-41D7-AA24-E70AE092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6C81D-86AE-4DD7-81CE-B7AABE29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575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在指定时刻改变输出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C64A3-B4AF-46C9-99D0-45331C9E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25265-F344-4043-99CE-BA6FD282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7632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C037A-5A65-4672-8B18-374B8D78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PWM：用占空比控制输出效果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596FF-0286-4CC2-ABFF-54021AC5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PWM 是一种周期性数字脉冲信号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3264F-29A0-4D79-A456-AD5F89E5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D96BD-B271-43CA-95D5-A6D25E6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A734F-DFE5-4242-920B-543E15FE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频率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22833-B7A1-4ABE-89DA-67A297A6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每秒重复多少次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5EBE2-DDCE-4BB0-957A-1E396E6B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占空比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ABD1E-8303-4DD5-88AD-8555E4AC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一个周期内高电平所占比例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35A4E-1EDF-4494-88C6-A580074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191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FEC48-D090-4B30-9F27-5F458DFC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 波形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82C01-6BD8-4243-BA9A-14AC034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6B9E"/>
                </a:solidFill>
                <a:latin typeface="Aptos"/>
                <a:ea typeface="Aptos"/>
                <a:cs typeface="Aptos"/>
              </a:rPr>
              <a:t>高电平  ┌───┐    ┌───┐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C7562-89B8-448A-B559-E67A6759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6B9E"/>
                </a:solidFill>
                <a:latin typeface="Aptos"/>
                <a:ea typeface="Aptos"/>
                <a:cs typeface="Aptos"/>
              </a:rPr>
              <a:t>低电平  ┘   └────┘   └──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D6567-3F63-4D06-A5E2-42DAA916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改变高电平比例，就能改变输出效果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A958F-99DA-4C4C-9D4C-FE760144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B7E6C-3472-42F9-B91F-B1A78CE3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79042063"/>
      </p:ext>
    </p:extLst>
  </p:cSld>
  <p:timing xmlns:p="http://schemas.openxmlformats.org/presentationml/2006/main"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animEffect transition="in" filter="fade">
                                <p:cBhvr>
                                  <p:cTn id="5" dur="6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900"/>
                      </p:stCondLst>
                      <p:childTnLst>
                        <p:par>
                          <p:cTn id="7" fill="hold"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F3513-027D-4AF0-9B45-A8C558F7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 的经典应用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420BE-7C35-4298-80F2-7D050C7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灯光调节、电机调速和舵机控制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42A32-7852-41B9-A18A-72E26FAC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7FC0C-B807-478A-A10F-225D534A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DE63F-761C-4066-A197-15A8960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812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LED 调光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106DD-0D2D-46EA-A636-6A743C6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占空比越大，平均亮度通常越高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62504-F3B3-471A-9872-4313D8AC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255D0-6F60-4C55-A997-4EC6C7EC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电机调速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2680D-806A-495C-8E05-E8F04DB8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改变驱动平均电压或功率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18E23-DBD6-4A2F-8747-2D1BE1D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2FADB-208B-4844-A123-3B0439F8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舵机控制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49665-1889-45CC-B72F-E2D4CE15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用脉冲宽度表达目标位置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F7AA7-F201-4B2E-A404-9F68961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AD208-0D40-4796-BC1E-C8E911C6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蜂鸣器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3BD90-982F-406A-B09C-22FC87B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改变频率产生不同音调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AF84B-60BF-4D23-902E-AB49AA50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注意：PWM 是控制信号，电机等大功率负载通常还需要驱动电路。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337A8-4958-4AB2-A7D0-2B5D8B06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7225C-6B2C-4F71-B881-B75B95A9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62773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AE3CF-809B-4EA2-8641-17F04C3D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ADC：把模拟世界转换成数字数据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4E64D-9B43-49CC-840A-E5F39B35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Analog-to-Digital Converter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B2D2A-FDDF-4F21-9D1C-F1AB1408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D2E36-FB1B-4978-8E8D-C2DEDBB4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B445B-7589-4950-8AB2-FB7B9A11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温度 / 光照 / 电压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7771A-0288-4D98-95DD-4121FF58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A2913-5492-4FD8-9E22-5F797699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5DC3B-5F39-40C5-A65A-D4B88CAA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采样 + 量化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93D20-89C4-4A9A-B9A3-D7CC884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484BC-9C15-461C-A52E-634E22C8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28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数字数据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047A8-DBC0-452E-9837-99D7277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典型应用：温度采集、电池电压检测、电位器读取、光照检测、电流检测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3F087-A90B-4B83-9A89-A7406578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B8E1C-212D-4547-9EF5-67B072ED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7272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20A2F-7E02-40F5-8001-6A5ECCB7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UART / USART：最常见的串行通信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3ADC0-B93C-4F41-ABF3-474CC02D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适合设备之间或设备与电脑之间交换数据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9138D-C848-4E51-9772-F6FC32D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E3BD1-C072-42CE-99C7-0FA05143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2BE1B-0ACA-413E-8DE0-98D9EF70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基本信号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56625-B41F-4B92-B646-D6FB87DD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A08F5-3D3D-44F9-9EE4-7976E907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14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TX：发送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758A2-A759-4662-A34B-AC716B5A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9A7AB-E669-48B1-B46D-892EFE5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95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RX：接收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6E0CF-53EA-4354-8AB0-607E0385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212A9-8594-45EA-867D-DC3CE01A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76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GND：参考地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BCE6A-13B6-49EE-AAD2-D530437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FC56F-6D9E-423D-89D4-CD0E146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57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波特率：通信速度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E0F77-6DD5-48D0-A37B-E88E1AF0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A0724-8116-405C-9339-5FA89B08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8052C-FDA2-44C5-91BA-7200AF1A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49760-DEE5-487F-9E38-125D5214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14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输出调试日志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0F4EE-7C3C-4EF9-A2A9-02E7795B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BD26C-B12D-48B9-84A0-70839636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连接 GPS / 蓝牙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A8143-EBB4-4774-9592-AA8349C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0EEF4-3E76-42FD-BF6B-E910528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与电脑串口工具通信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63320-434E-424A-9104-F1F15075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06D87-E560-41D4-92D8-E4066522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57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读取串口传感器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82B9F-E281-448C-A367-0EB1D63F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B3AB6-430D-46BD-AF7F-FD993944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588370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E1D29-1914-41F2-A77D-3DA6134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SPI 与 I²C：连接传感器和显示设备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90C89-D8AE-4DB8-A9CE-088A069C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二者都是常见的同步串行总线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67D0E-82B5-4627-8D77-75AFA50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97EB2-41DB-4F08-907D-BC40E7AB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C501-4451-46F5-96B0-9CD35EDD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DD921-27E2-4EED-A30C-E2B89CD6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速度较快，信号线较多</a:t>
            </a:r>
          </a:p>
          <a:p xmlns:a="http://schemas.openxmlformats.org/drawingml/2006/main">
            <a:pPr>
              <a:defRPr sz="1725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常见：SCK、MOSI、MISO、CS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D0CF2-C927-4C46-9640-698934B1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Flash、显示屏、高速传感器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29DC4-885B-4562-A6E4-2B3E0A6C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46E1A-F95E-4A16-80B1-7BEDAC1C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I²C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C68C6-5C3A-47FB-A964-61AA0E74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3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3FFFF"/>
                </a:solidFill>
                <a:latin typeface="Aptos"/>
                <a:ea typeface="Aptos"/>
                <a:cs typeface="Aptos"/>
              </a:rPr>
              <a:t>只需 SDA 和 SCL</a:t>
            </a:r>
          </a:p>
          <a:p xmlns:a="http://schemas.openxmlformats.org/drawingml/2006/main">
            <a:pPr>
              <a:defRPr sz="1725" b="0">
                <a:solidFill>
                  <a:srgbClr val="E3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3FFFF"/>
                </a:solidFill>
                <a:latin typeface="Aptos"/>
                <a:ea typeface="Aptos"/>
                <a:cs typeface="Aptos"/>
              </a:rPr>
              <a:t>多个设备共享总线，通过地址区分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0D369-8760-489B-A6C8-17B9E459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温湿度、RTC、OLED、IMU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6D9AA-EDFE-4847-87D4-4A47066A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B735F-712A-4717-83AB-3EFBB442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741731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C5BEE-71B6-4130-94A5-39BEEDC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CAN：面向工业和汽车的通信总线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B314B-EB67-4E09-8EA4-67969885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多节点、抗干扰，适合设备之间可靠交换状态和控制数据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38A27-1EA0-491E-837A-3564D55F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F3379-371E-4BDD-A520-842B666F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04E01-CF72-48C4-B8E0-785F921C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电机控制器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900F6-63FC-47E3-8B0F-93C4539D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6B95E-04ED-49C9-A295-45A1B9BB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 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8BBBF-B325-4C86-A676-9890978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989C1-DE3A-4BF7-AE0E-25CC0D25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电池管理系统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7D568-28E2-4C1C-A13F-9271CCDA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620E7-37A8-420A-841E-9C79C418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517A6-7F49-4228-A6A2-274971AA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汽车 ECU 通信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3592B-AD44-461F-89F6-4751977F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57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12240-A3CA-4352-B7DB-16D490E2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624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机器人关节通信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5F607-3790-4C85-94E4-D925257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E3E0F-BF7B-45C4-A4AB-ACC91B2A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624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工业设备联网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D7165-7837-4AE4-A2B1-1E2C34D8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4830C-B02F-4FE7-823F-1854066B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625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电池管理系统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DE3EC-A879-4936-B1B4-EE0496C7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B8545-6D5C-4E69-9C59-3CCBC159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95956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6873F-12DD-409A-953B-6772C521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其他常见外设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95216-F082-44D6-B5BF-C151BCF3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外设选择取决于系统需要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6B16C-C3E1-4EC3-A6F7-1ED825B3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1CB40-F834-4ECD-A84B-37740F31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75B7F-21FD-4821-A108-5188FA0D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537D7-0CC6-48D6-AEC0-B3BC9172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自动搬运数据，减少 CPU 参与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37ECE-A7EB-4873-8644-184B3056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ADC 连续采样、串口接收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6DD5C-3A92-4A99-A303-4856436A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4DE11-D921-4A82-BED7-7E9E2BA2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092A8-D74A-4572-A155-2EF7D702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记录真实时间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85323-9D23-44E2-A470-CA3F1067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时钟、定时任务、数据记录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A3323-0A53-4367-9498-D4D4E1F2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15E7B-5680-4EAF-8E3D-C4C8C411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看门狗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F3D6E-E7BB-40E7-9976-9AB2A6A3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程序异常时自动复位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5DBF2-19CC-4039-AD46-0B490542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提升系统可靠性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31CD3-903F-45C1-ABA5-493A4094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5A3AC-96B7-4B46-B5D4-1523FE4A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USB / Ethernet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11629-4998-475C-B5F4-74BC1296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48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连接电脑或网络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AD378-50F3-47DC-A181-5C705CF4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数据传输、远程设备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3A926-BA01-4DF8-9D3E-E32465DD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535EA-16BD-499F-9ED0-64BCD77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444964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BC6CA-CA9F-4233-B086-18A99F5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外设选择：先看需求，再选接口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CE3CE-52D1-4EAF-8C98-B740F150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没有“最好”的外设，只有“更合适”的方案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77AC5-6177-414B-AEE0-C2892816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2CC5-8F4E-4393-A69B-42972567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需要数字开关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39FE3-4B20-4589-BA65-CBC57C4C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478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EC7E4-5E83-4491-80F7-15CF38BB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573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278AC-7772-483D-ACF0-4A1D5C4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简单、直接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9EC07-770A-4618-B528-F7D3BD3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需要周期控制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3FE6E-7FFC-48D7-8C5E-B43406AF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90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58DAD-151E-40B9-A9BB-570F401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Timer / PWM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D52BB-1887-454C-95A4-87846BEA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98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定时、调光、调速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AC4A0-0FB6-4582-935B-A06000C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需要读取模拟量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3C953-46E1-4063-8804-B073E46A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337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58138-CD83-4FDE-8F34-99DB5FE5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432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9E860-3C53-4EB4-8BF4-3FC66B27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电压、温度、光照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88547-CFA1-45FB-AB88-6CCC315E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需要短距离通信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341C4-7BFB-4801-A464-90211449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766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208B3-BAE7-422E-A4D1-CFE082C6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UART / SPI / I²C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556C1-C0B2-4364-BDA9-A89F2976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957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根据速度、设备数选择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5472C-6869-4810-9102-EE760A9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需要工业现场联网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87D62-3E7B-40F5-BAB8-60E4AED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A780F-ED3F-415F-9763-94346114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291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 / Ethernet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FDC70-89A8-4F89-969A-3EE3B68C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根据距离、可靠性选择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CF265-D7EB-4AB0-BFD9-C288F297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00CAD-FF70-4DFB-99DA-F72616BC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92447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97443-D3CD-467B-A936-47492E1F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嵌入式系统开发流程总览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B36C-879E-41FC-837F-7EE2765A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从需求开始，经过设计、实现和验证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7033F-27BC-400C-803D-25F471DF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E974B-A166-4B60-B541-A2806DB0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4E81B-78B4-472F-A672-E3C623F0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85310-4B49-4AA4-96A5-3AB3429E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CB31A-75E4-4459-9D40-77D20C83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10127-319E-47B0-B551-9BEC2F34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A5466-66AB-4DFC-A666-64ABBBB3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64320-BD68-4745-9902-68DC56BC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方案设计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CBD41-EE1C-4E45-AE5F-5D5BBE3B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2D2F9-0E15-46FE-97E6-8D55D0E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21789-C177-48E8-9064-7A6F5873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56C85-C3B0-43C0-9531-1004F3A5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硬件设计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2F1D7-7106-4957-8D46-ABFFFAD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C3732-AED0-4472-AD63-D3C847E4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613B7-97BE-4BF8-878D-AA75CC2A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C61E8-4093-411F-A739-EC9DE666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软件设计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A177A-D91C-4952-A7AD-10738AD1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14C19-F133-4204-B02E-F6C08B3A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5DFD6-07FF-4895-91CD-A3F52E51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DCD72-5BF0-4ABB-8D9C-D695825D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联调测试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59B3D-CDC3-44F8-AE48-C61FE3F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E3DD3-AEED-4745-A753-7BD8556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526579"/>
          </a:solidFill>
          <a:ln xmlns:a="http://schemas.openxmlformats.org/drawingml/2006/main" w="0">
            <a:solidFill>
              <a:srgbClr val="52657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DF5F9-B7F2-4CEE-B7A1-8BFA2963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8A77E-6690-471F-ABC3-CF84F961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交付维护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5F0A4F-24B7-482C-9A54-2CEB8552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外设复习解决“系统里有什么”，开发流程解决“如何把它做出来”。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FE552-B717-4BD8-A9C5-571F57AE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3ECEF-1169-49B1-A1DF-471B6D2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946583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36763-4289-4110-AB4E-2BD5CEF2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开发流程一：需求分析与方案设计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D6850-DE2C-4705-9643-EF95632D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先明确系统要完成什么，再决定怎么做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9750D-5B91-4FD2-B198-E019EBB4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01BCA-597F-4B53-A067-26F78D3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ACCA0-8470-445C-9BC1-DEC08DE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66846-9315-4B76-ADC6-559E6819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A77BF-5885-46D7-8F94-7A960E6F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62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功能：系统要做什么？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C0328-22E4-4481-9265-363622D4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02DAB-484F-407B-B2C7-5DA646DF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9087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性能：做到什么程度？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D6365-6DCB-43AA-83DC-BE6C71CC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C31B9-22C6-4778-B9B9-D2823573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1950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环境：在哪里工作？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AA9FB-7A25-4100-845D-AC629DC6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6A75D-048E-49F3-A8C0-D5E229DE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4812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约束：成本、安全、功耗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B9754-8219-46C0-B253-1009785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24B7E-6DF1-4585-88E9-72B3CCB1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方案设计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49947-17F4-4F19-94DA-34A64877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E1D21-DBE3-430C-BE76-345FF4E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62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选什么 STM32？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F56F3-44AD-4AA8-B09C-AF90965C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86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8996C-06FF-4B60-8DB1-E684E4CF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9087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需要哪些外设？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442E3-2D93-4E07-A07D-9FC332C8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5F05A-16CE-41A7-A7D0-53740028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1950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接口如何连接？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6EAF5-F94F-4636-AFBB-C68369F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43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935319-C591-46DF-8883-86B90F3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4812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如何验证方案？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125821-4845-40B1-9252-AE4E8808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C13D3-CD1D-4A5B-BDD9-8BF81F45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74331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9C3D1-65C3-496D-9FDF-B565CC1F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开发流程二：硬件与软件设计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3802-280E-4A73-B669-F2D64777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硬件决定“能不能连接”，软件决定“如何工作”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6648A-FF1F-48A2-9F81-EE0419EB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12278-00A0-46FA-9830-D10952E1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429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C86B1-F92F-46C4-A3C1-509D62BA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硬件设计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EB8BD-5D1B-44B0-970A-7F804D23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7B305-EB00-4082-8385-7AA09E74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芯片与传感器选型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9E038-7929-4D8A-9C37-DA672ABD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0DBDD-BAA0-49B3-8971-10BF0103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电源与时钟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90415-CFE6-45DE-8BA8-27F32663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CD2F0-05F5-4384-89A3-816F48AD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接口与电平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79525-C3A4-48E0-80B5-463D410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63829-E457-4154-9A7A-A26CC8C2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9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原理图与 PCB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B86EB-C20A-4E9F-B821-4930BBD8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29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AFCEC-E0F9-4622-9867-B599A1A6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软件设计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E8C89-1525-4CDF-B2CE-04CFA13F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49C53-B352-4742-8C6C-204BE312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622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驱动层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11A45-BEE5-443C-9CAD-36407F26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91C7A-1BB2-45E4-8459-CFF9DF6F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813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功能模块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073FC-D97B-4A33-A716-A627E559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4B591-6A97-4B88-A5F2-FC483A6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004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AAB93-7ADA-4387-8AA2-EB3F9C9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BE129-3498-44FD-8FC9-EEAA5035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19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异常处理与通信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3088F-D1BB-481F-AC80-26C5A094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0DD15-63F7-4643-BF63-D229835D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179481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937B3-E5D3-4576-A81D-7E6328A5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开发流程三：联调、测试与维护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99064-C0D9-44C9-BE00-9103DB1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程序能运行，不等于系统已经合格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800BC-5F2C-4AA2-9255-B03AD5A2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5418D-6F6C-4547-BA34-6B2AA1F2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3A857-621D-439E-B82A-436E3B97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联调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BC779-6730-4575-B5F2-F55C5AEE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硬件、驱动、应用一起工作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A6705-C5B1-4290-AFE6-1AFA7F1E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1A50-1108-4A54-84A5-F52E61E5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DE2A7-08BF-4C4E-B352-3D6721D9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功能、性能、边界、异常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2AAFF-A12D-437F-BC62-C23B099F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77A58-48DF-48D0-9280-F70D9F8E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D0D1F-8D83-4DF0-881A-3B9F0F51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结果是否满足需求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261A0-E63F-4F63-95C1-6DFCBF30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8BF7A-1AD6-4A6C-9F52-0D3A2915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维护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18B03-EFED-4266-9E40-60EC1D49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记录问题、修复、升级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19C4C-2330-405E-AC40-27F4B08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工程闭环：发现问题 → 定位原因 → 修改方案 → 重新验证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093F2-2E0A-4C57-B8EF-79B6D923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46F8F-ADF1-437B-B319-EF167691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27246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3D63A-590A-47EE-BC5A-32EB4E3F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基础调试：不同工具解决不同问题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1D10C-1A3B-4605-8C90-6D16089C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调试的第一步，是先判断问题属于哪一层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EA7C0-D0F4-4F83-8A47-670B1C20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E0A32-42D3-428B-970F-6994328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31A8B-C901-4DA6-84D9-EA5FC50E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串口工具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E2B89-9500-4AF5-A399-F6DE03A9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看日志、发命令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71033-18E1-4367-90EA-4C9B2767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程序是否运行到某一步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B3E05-3AE7-4A7C-AFB9-32D1301C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0D121-4BCA-4A4A-8A10-F05370B8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Debug / ST-LINK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92C95-94C0-4E12-B28F-C877A47C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479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断点、单步、看变量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D83FE-41FF-42E6-B71C-E355084E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程序执行和数据是否正确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10755-CB3C-4850-84EB-DA46EF0E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FF269-79A1-4CD2-B4EF-E26A5F69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示波器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FB8D9-D673-48D0-9A98-D40E33F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看电压和时序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7650E-D8BA-4E10-AB3A-2431D8D5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信号是否真的产生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EA346-ECD0-468E-BB1D-321102CB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E4839-8C68-459B-9A03-5AB13B87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逻辑分析仪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2DA13-4CBB-4EAB-ACFE-7DEBC5C3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290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看数字通信波形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BDDDD-4190-49C7-86CC-2B94397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UART / SPI / I²C 是否符合预期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EAE20-A23D-46E5-8389-615175D1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9350D-D660-44CD-92D6-D006A3C9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网口工具 / 抓包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4E84D-CA0C-4256-B612-098794CD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看连接和数据包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73A0D-828B-410F-B90C-1A03DADE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9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网络配置和协议是否正常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C3A89D-052C-48E2-B79C-738DF94F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53FB4-B0F4-4907-8F48-8A2A18F5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014856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FD4E0-7B54-442A-A675-6386C154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调试案例：串口为什么没有正确显示？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E0F7B-6048-48D0-BF82-1E5ABA3B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用“现象—假设—验证”代替盲目改代码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9037C-468F-4F61-8EF0-FED04A4D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2EC10-9C32-4917-84C6-04D120B8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96431-3F49-43E7-A637-41C96C10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现象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6397F-FF2B-424D-9145-907C184B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程序运行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但电脑无数据或乱码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0785F-4315-4C01-8465-79CC03EE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E6983-10FB-47B3-92B4-2AE64F3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0347D-0414-47D3-B299-46389BC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TX/RX、地线、波特率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串口号、复用配置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EB7D5-E4ED-47FE-9442-0640D802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66E45-5BD6-47D0-8A1E-7373EF9B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E4766-0AEE-4654-B379-C5570F68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串口工具看日志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Debug 看发送函数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必要时看波形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2D0D4-228F-439A-99B8-A21617FC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结论：先确认硬件连接，再确认配置，最后确认程序执行路径。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9FFB1-7F05-4CB5-88C3-07498F5A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180BF-ADE8-405A-8EBD-B36CB496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881629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FAC7A-9209-4973-A9C3-8EF221E5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调试案例：网口“连上了”但数据不通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30D8D-8EF4-457A-B253-7CB4D082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连接状态和应用数据不是一回事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2AF81-4716-4005-BAEC-BC5B4126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DDE29-B28D-4AE6-AFBC-1E5860B3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856F1-50E1-4C7B-B5FB-09D27598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物理层：网线、接口、PHY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CB6FA-3F8C-463A-84F9-B1EC05F4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751E7-277C-4475-B0D3-06A3F5E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网络层：IP、子网掩码、网关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4429A-D565-428F-BE71-46B4667C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F7F1D-FFAA-4AA2-8000-76EF7AD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传输层：TCP / UDP、端口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47D63-288E-475F-96B9-D4175219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B38D0-E927-4945-B04C-861A3A1B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应用层：数据格式、协议、长度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8AB25-94C2-459A-9197-9DA7CAA1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62ACF-333A-4202-BFBD-D2F2A1DF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工具组合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2C032-5EC4-4E79-B457-E99EF312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5750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串口日志</a:t>
            </a:r>
          </a:p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网口调试工具</a:t>
            </a:r>
          </a:p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抓包分析</a:t>
            </a:r>
          </a:p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Debug 断点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4C120-80C0-414C-8137-30C99668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59410-A28F-4871-B485-F5B9CC61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073196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7EBE9-5B99-4E06-9219-92024E9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把外设组合成一个系统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5330F-4934-4341-9E8E-4339751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以智能温度监测为例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EDBA0-119E-4125-9B0B-7686C42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E137D-05ED-475D-BFB4-5885E88F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569A0-A5BD-4E48-936F-6B3984F4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传感器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28E7F-28D6-4AA9-9B3D-9CEE9526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ADC / I²C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73928-C5A4-409E-9DEA-19FAAB61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1372C-D7CF-4C62-A7C5-1C0A7F30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周期采样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81026-4691-487F-B066-4846E9F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6A28C-8F3F-430F-9024-984C04E2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E888D-F98A-4E51-BD24-DB4F284F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数据处理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7EEA1-059D-48C0-9775-193EE251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CPU + 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612E5-5BA9-43A2-8761-ECA5BBF5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35289-12F8-48B9-A74E-DB44F92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显示通信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0F8BA-4E52-433A-A3BC-996083AA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SPI / UART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FF110-AA4D-4085-9A75-C78420D8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B7AC5-863C-4F01-B790-79E7CD02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异常报警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02647-2887-42E2-AB4D-188C7CA6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 / 中断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0540C-A664-4660-A12D-ADC571AC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一个外设解决一个局部问题，多个外设协同才构成完整产品。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8B0BE-6713-4F4F-90D4-0E1C89FF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A0507-8B79-4DAF-B12E-B4C4A906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282757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A8609-9EED-4529-AD3A-74F94890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本节课的三层认识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E9617-B971-42E1-B6FC-EA05277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从芯片、外设到系统开发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D4A7D-7C99-4DC1-AB46-E81741B8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EC013-0851-46B0-BFD1-E974A235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BB239-D00A-489F-A409-8C9C0E33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812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第一层：芯片组成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0EEB2-3772-46BD-A7A7-283F7E90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CPU、Flash、RAM、时钟、外设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1109F-E7C6-4649-80A9-507C4DFE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EA272-1180-44E1-82F2-CCC45FDF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28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第二层：外设应用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52521-818A-481B-812C-AC1FA5AE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GPIO、PWM、ADC、通信接口各司其职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E3061-9C0A-45F7-8BA3-F04A13D5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F1706-4968-4ACD-BD31-D629986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767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第三层：工程流程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02194-F84B-4828-BF48-F4B1C7BD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需求、设计、实现、调试、测试、维护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A8383-BA24-45F7-87FF-5120FF74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6EB6A-2626-48C0-87F4-47F5C395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858881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1630F-CC57-4079-8C81-AEF6F31C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课堂总结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2FA49-2E69-4C19-A4B0-2D85326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9C69A-D96C-4E9A-877D-6AB0F05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43A6B-4B2C-4A3C-AEBC-A8251D71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550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 是集成了 CPU、存储器和多种外设的微控制器。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0F9F4-7A3D-4CCC-911E-3FCBA04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5FDA8-EA48-4622-AFC0-D9305B81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GPIO、PWM、ADC、UART、SPI、I²C、CAN分别解决不同问题。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7697-1AB8-418C-9668-D04DB840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08E44-B699-40B4-AE4D-537D20D7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外设要根据需求组合，才能形成完整的嵌入式系统。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B3BB1-5E74-4072-B4B5-6353DF50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6357E-9E24-4B80-BD11-E6E9987E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开发流程从需求开始，最终通过调试和测试验证。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83763-0300-47E8-879C-A59E8BD3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FE9FA"/>
                </a:solidFill>
                <a:latin typeface="Aptos"/>
                <a:ea typeface="Aptos"/>
                <a:cs typeface="Aptos"/>
              </a:rPr>
              <a:t>思考：如果要设计一个智能台灯，你会选择哪些外设？为什么？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762B8-7CC5-4284-8BBF-E72244C3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5C8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5C8D9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DD4FF-5602-4D22-893A-10D212A7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289714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EC7BE-8731-44EE-B252-986BB7D1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外设协同：先看输入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B8512-E7C9-4576-BB0F-1CFB21AC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从外部信号开始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5FF9D-ED11-44BC-81C4-296943EA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A4A7D-2D36-440D-8A8B-B0B4C326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0C7E6-0AA9-4BDC-ACBA-1B395467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7BBF3-10CB-41B0-A323-779D0BE1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输入：传感器 / 按键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C6A3A-9B60-4649-A550-5E8243C0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EB5F9-9C84-44C5-A299-510C7DC1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8A771-4300-4780-89B2-B6E6ED53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处理：STM32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7EB5B-1DEB-42C5-8275-106C6F75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CE6CD-DA33-490D-8016-CEC1A234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8A42D-20EC-4A59-8B99-894B7ECB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输出：执行器 / 上位机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98C9B-1922-446D-95DF-A6F0A4F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1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8E916-F7B6-4872-9107-F667C55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75AA5-D198-48EB-B7E2-298FAF3D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694363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34E0A-A4FC-460A-BFC6-37721DF4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外设协同：再看处理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826A8-D235-4044-998C-E6A47DC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使用合适外设完成处理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6E239-3D7B-43C5-AE8D-806B111D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ECD30-A960-44E4-B7C4-338B8381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3732B-4ED4-4B12-982C-301C3DF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144D0-20EC-40C6-BA5D-9135AC7C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输入：传感器 / 按键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FFF9C-DF40-4883-B556-CDF7C24C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15506-0E7E-4975-AB1E-2284FDD6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15A96-528B-4D36-8954-5378196B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处理：ADC / 定时器 / PWM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94AD5-574C-4F90-B913-E3A2620C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D7614-B543-439C-9934-4FC5DEB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66CCB-564F-40DB-A2B6-CE15ABBF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输出：执行器 / 上位机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BD852-22ED-4E37-95E7-061ABD7E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2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87B40-BB47-494B-ADA4-8DA20BF4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FBFA3-835B-4FDE-8598-F085FC1E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5304766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4F10-742B-4B73-99A7-DCE69582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PWM：第一步看周期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6DA2E-4354-4B26-9883-0D0B2104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先理解一个周期内的高低电平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14EB3-A5C1-4B43-AD07-6702017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C6F80-C8BC-408A-BC5F-6B0F1850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D1E67-3517-4F85-B829-BD3FCE2C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AF84A-8CAF-42CF-AE73-A06449E6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周期与频率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3743E-5329-4827-944F-D9E4C885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1A932-B67E-4EE9-A318-7BEC24C6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2C6A6-4FF2-4B79-8809-E6C65747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占空比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4099C-9805-48FB-94AD-146F2C91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A11D4-FB86-4433-BAED-08BFE417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6D5E5-4E96-40FC-A995-FF1A544F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F2E7E-EFB4-4D31-8E3D-A1A938D2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1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FEF50-87FA-4351-8DFF-7F0CAE5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9581D-8942-46B9-9160-0C319E2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00549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2247C-01F2-4872-8DD0-75E1BC39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PWM：第二步看占空比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6604E-745E-4773-A49D-595A71F2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改变高电平比例，就能改变输出效果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2852B-1EBF-476C-B5F8-82794AA2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B89B0-0019-4C20-BA55-DC9C61C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1D81F-5DB7-440A-A1EA-64D3E395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D5191-CA53-4B97-80D8-6D9782A8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周期与频率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E730F-C601-4515-B7EF-A5A0C393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FE813-9485-4055-91B5-6EDB2860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D55D0-3250-4D08-8930-FC64369D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占空比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B8D42-9E94-4E7F-90AD-ECC6950F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809D3-7335-45CD-9622-F052BA5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5579C-F9E1-4ECC-8BEC-501871DB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6A96F-EA50-4BB2-8315-B068267C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2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C87FF-5BB4-45E9-821F-B4EFF5D7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A1C92-FCA8-478D-9708-D88B1B2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2359861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DDAA7-FD1A-44F8-B381-C78C0458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开发流程：从需求开始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73F66-3D6F-469C-951F-9DDCD88A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每一步都有明确的工程输出物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69092-4FF6-4CE3-8FFB-C6092ABE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46B52-911E-40D6-A253-B355E14C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C8273-5FF1-4EA5-9784-62B7F30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0EFDE-A28A-433A-AA04-13D7466E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1142B-320E-4E9A-813F-A1EC5AD2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44301-31D2-4799-AC78-484D7C5E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0D53B-8666-4505-B789-4F9165F7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方案与设计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3B988-87A8-4D2C-A763-3B1342D2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D5ACE-D38B-4BD2-92D0-099D4785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2E9DB-5E50-4018-9B8A-6F871094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实现与验证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74770-11E0-4A31-B165-6249A687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1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3358A-DDEC-4310-AEC2-5BE949C5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80881-305E-4DBB-A3A0-D9C7637B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776427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0FEF9-1B29-4B4B-9991-2025723E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开发流程：最终闭环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4BE52-3D3B-43C1-B961-B388DC8D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问题需要通过测试和维护形成闭环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0A3F1-C8FA-4DFB-929A-178E26D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8B4EB-8B13-495C-A299-6F58129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92707-3EA2-406C-9201-E18F77C5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76E6B-0509-4A5C-ACD3-E2203E51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E66A9-FC64-4B90-88E2-77B9CC42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9FED5-6216-4C8D-9AD3-0CACE9B7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DAA30-72F8-4AA9-A7DD-61F03373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方案与设计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E15E1-C5DC-45E8-9B9C-B3AA6D51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23F7A-67D3-4926-AD14-A1DE4852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72DFE-231D-4729-B681-DBCDDF7F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实现与验证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F297A-A246-4404-9C33-9E21A20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3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1355C-87A7-4E98-B777-AEC3EDCE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EE63E-C4A8-485B-B7B2-8D501E1F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56626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84EDB-2D1E-43AC-8090-331B42E5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串口调试：先看现象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74DDC-8C35-45C8-878A-B38BFC06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先把问题说清楚，再开始排查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2B099-D622-4EB9-996B-2837E15E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03DE-52DD-484A-BFC4-CC15527B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75498-23D4-473E-80F9-9790C3F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67312-93CB-42C1-AD36-7172648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现象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87B76-88F8-4C2C-A95F-1EBD8500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C4A29-99FD-42F3-A6F1-F9E37AA1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39C6F-14BF-4AF4-85D0-E104CFE5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AD5CA-7807-4AF5-B5AA-BC7625D9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3F999-A874-4626-A930-842D16FB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4658B-20E1-4EF9-BA2C-5B2578EC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0DB6A-7ABD-4BBD-8D2B-13E608DC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1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85EFB-04F3-4F3F-B3FE-4BEBD5E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0D9D1-0478-4679-838C-D51F0A8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6084836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AD6F7-A06C-4352-AFA6-15B10995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串口调试：最后验证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B2FDE-ADD3-4509-891B-8EB8FD9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硬件、配置和程序路径逐层确认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0562A-C167-48CB-BACE-EA57622B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E0B1E-D8C6-448E-B8DA-4D7440EE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FDBFA-E6C3-42F6-838E-F5633403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6EF1A-F05E-4FD2-AE2F-F6E7D43F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现象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9DF44-0935-4957-9990-7332F2E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A4244-EF95-4A67-A54E-77310622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AE34B-D117-43C6-8470-A5FF5A32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B44CC-DE7D-4431-9734-25553867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4FE77-5C9B-40E9-8C17-5E46C3C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0016D-8F6B-4941-AB26-D1953B58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810BE-7530-4DBF-ACD7-F9056F5A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3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44CA3-B0C8-49DA-A91F-53882466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9776D-45C9-438F-A0B0-C7DDEC20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127893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2026-10-10T11:56:23.6400000Z</dcterms:created>
  <dcterms:modified xsi:type="dcterms:W3CDTF">2026-10-10T11:56:23.6400000Z</dcterms:modified>
</coreProperties>
</file>